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BLUEPRINT: V3
Objective: Cover the full Class Pulse platform story in ≤9 min, leaving room for a live demo.
Pacing: ~45 seconds per slide → 12 slides = ~9 min.
Audience: Community stakeholders — values-driven, non-technical.
Arc: Personal Why → The Full Problem → Full Platform → Impact → Demo handoff.
~30 seconds. Pause. Let it land before you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Personal, grounded. Look up from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seconds. Pause after the first sentence. Let it breathe.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~75 seconds. Walk through each point with a brief example. Don't rush.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Warm tone. This is about the kid.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seconds. Read through briefly — these are anchors, not explanations.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Quote last. Let it finish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seconds. Smooth transition into live demo. Keep this slide up during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seconds. Final slide. Let it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**Class Pulse**</dc:title>
  <dc:subject>PptxGenJS Presentation</dc:subject>
  <dc:creator>Created by Marp</dc:creator>
  <cp:lastModifiedBy>Created by Marp</cp:lastModifiedBy>
  <cp:revision>1</cp:revision>
  <dcterms:created xsi:type="dcterms:W3CDTF">2026-04-15T06:49:42Z</dcterms:created>
  <dcterms:modified xsi:type="dcterms:W3CDTF">2026-04-15T06:49:42Z</dcterms:modified>
</cp:coreProperties>
</file>