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BLUEPRINT
Objective: Communicate the impact and journey of Class Pulse to community stakeholders in a way that earns trust, invites continued investment, and demonstrates TFA's SSP commitments.
Audience: Community stakeholders — non-technical, values-driven, care deeply about kids and teachers.
Key Message: The 60 seconds between confusion and support is the difference between a student who stays in math and one who doesn't. We built something to close that gap.
Story Arc: Hook → Problem → Insight → Solution → Takeaway
Total Slides: 22
VISUAL: Dark background. Single centered quote in large white serif font. Sparse. Commanding.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One soft image or illustration of an empty classroom desk. Text minimal, left-aligned.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Establish the problem clearly. One idea. No jargon.
VISUAL: Simple timeline graphic — "Student gets confused" → gap → "Teacher finds out." Emphasize the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Two-column layout. Left: photo of a classroom in motion. Right: text only. Clean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Three bullet points with subtle red "x" icons. Clean white text on dark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The insight — reframe what is possible. Transition from problem to hope.
VISUAL: Single bold question in large type, fading into an answer. Minimal. Cinematic.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Clean table. Light borders. Short text in each cell. No flourishes.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Vision statement slide. One clear idea, beautifully expressed.
VISUAL: Large pull quote in center. Soft gradient background. Author attribution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Solution — introduce Class Pulse clearly without tech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Simple illustrated flow: student taps → signal appears → teacher responds → green light. Icon-style, not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Subtle classroom imagery. Left-aligned text. Feels like a personal narrative, not a product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Four short quotes or names (initials only) in a 2x2 grid. Warm, understated.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Three goals as large numbered statements. Each with a short supporting line. Airy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Circular progress monitor graphic or simple numbered list with check icons.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Climax — data and impact, translated into human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Four large stat callouts in a 2x2 grid. Bold numbers, short descriptor below each. Minimal color accents.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One quote per slide section, large italic type, soft horizontal rule between. No attribution. Let the words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Soft, warm-toned slide. One idea. Big white space.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Simple table with green check and orange clock icons. Clean,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PURPOSE: Takeaway — what endures, and why it matters.
VISUAL: Single powerful sentence. Large type. Dark background.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VISUAL: Final slide. Soft gradient. Centered text. Sparse and sincere.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**"She Never Raised Her Hand."**</dc:title>
  <dc:subject>PptxGenJS Presentation</dc:subject>
  <dc:creator>Created by Marp</dc:creator>
  <cp:lastModifiedBy>Created by Marp</cp:lastModifiedBy>
  <cp:revision>1</cp:revision>
  <dcterms:created xsi:type="dcterms:W3CDTF">2026-04-15T06:12:23Z</dcterms:created>
  <dcterms:modified xsi:type="dcterms:W3CDTF">2026-04-15T06:12:23Z</dcterms:modified>
</cp:coreProperties>
</file>